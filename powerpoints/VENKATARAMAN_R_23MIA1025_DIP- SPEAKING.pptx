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3"/>
  </p:notesMasterIdLst>
  <p:handoutMasterIdLst>
    <p:handoutMasterId r:id="rId14"/>
  </p:handoutMasterIdLst>
  <p:sldIdLst>
    <p:sldId id="278" r:id="rId5"/>
    <p:sldId id="284" r:id="rId6"/>
    <p:sldId id="314" r:id="rId7"/>
    <p:sldId id="315" r:id="rId8"/>
    <p:sldId id="341" r:id="rId9"/>
    <p:sldId id="342" r:id="rId10"/>
    <p:sldId id="343" r:id="rId11"/>
    <p:sldId id="29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hyalakshmi J" initials="VJ" lastIdx="1" clrIdx="0">
    <p:extLst>
      <p:ext uri="{19B8F6BF-5375-455C-9EA6-DF929625EA0E}">
        <p15:presenceInfo xmlns:p15="http://schemas.microsoft.com/office/powerpoint/2012/main" userId="418ab35a0b45d02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57" autoAdjust="0"/>
    <p:restoredTop sz="95388" autoAdjust="0"/>
  </p:normalViewPr>
  <p:slideViewPr>
    <p:cSldViewPr snapToGrid="0">
      <p:cViewPr varScale="1">
        <p:scale>
          <a:sx n="90" d="100"/>
          <a:sy n="90" d="100"/>
        </p:scale>
        <p:origin x="77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1955-5249-892D-E6A4-F0CE580C3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310D-7874-41AF-BC3D-3B7AE6BEA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4A65F-0A12-A574-D52C-285F36C62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D94EE-B17B-560B-933D-D2A83C557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507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70D03-218F-FBAC-DC8B-9DF544899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CC04B-07F4-D6AB-965C-238A538AD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6DA98-79D5-48E6-41C0-6B3F6F263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EA5A1-1A9B-E761-1E0C-FC3C7760E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0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8EC1-52A8-B672-91B0-C074C2810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AAA0D-2A81-CE23-C2ED-61AFFF1CE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025A6-447D-3B53-53DD-9306855B8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A7C93-47E9-F1BA-5540-A81B0BC77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84AB-CA4A-0968-8573-1CA326C4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A98D8-11D4-7607-981A-99FD7228D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CC468-9C82-1396-2670-75BE26886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B5421-B15E-2351-8295-7AD36B319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075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24FE5-6F8F-B9DF-9196-718AFB820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F005-88C6-A385-E64E-26382A9E8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E4ADC-AE62-236D-FC66-DF4C61FCF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134E8-1EDC-F2B5-464F-0E8E221CA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3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3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28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3867" y="662937"/>
            <a:ext cx="5258595" cy="5542025"/>
          </a:xfrm>
          <a:noFill/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2000" dirty="0"/>
            </a:br>
            <a:br>
              <a:rPr lang="en-US" sz="2000" dirty="0"/>
            </a:br>
            <a:r>
              <a:rPr lang="en-US" sz="2400" dirty="0">
                <a:latin typeface="+mn-lt"/>
              </a:rPr>
              <a:t>FORGERY IMAGE DETECTION SYSTEM</a:t>
            </a:r>
            <a:br>
              <a:rPr lang="en-US" sz="2400" dirty="0">
                <a:latin typeface="+mn-lt"/>
              </a:rPr>
            </a:b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TEAM MEMBERS</a:t>
            </a:r>
            <a:br>
              <a:rPr lang="en-US" sz="2400" dirty="0">
                <a:latin typeface="+mn-lt"/>
              </a:rPr>
            </a:br>
            <a:r>
              <a:rPr lang="en-US" sz="1800" dirty="0">
                <a:latin typeface="+mn-lt"/>
              </a:rPr>
              <a:t>ABRAHAM JUSTIN                   23MIA1027</a:t>
            </a:r>
            <a:br>
              <a:rPr lang="en-US" dirty="0">
                <a:latin typeface="+mn-lt"/>
              </a:rPr>
            </a:br>
            <a:r>
              <a:rPr lang="en-US" sz="1800" dirty="0">
                <a:latin typeface="+mn-lt"/>
              </a:rPr>
              <a:t>VENKATARAMAN R                 23MIA1025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SUDARSHAN </a:t>
            </a:r>
            <a:r>
              <a:rPr lang="en-US" sz="1800">
                <a:latin typeface="+mn-lt"/>
              </a:rPr>
              <a:t>MANIKANDAN   23MIA1078</a:t>
            </a:r>
            <a:br>
              <a:rPr lang="en-US" dirty="0"/>
            </a:br>
            <a:endParaRPr lang="en-US" dirty="0"/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75483E-77E4-A1B1-A3A3-2FDCF519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PROBLEM STATEMENT &amp; MOTIVATION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1731434"/>
            <a:ext cx="8052595" cy="45772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Why Forgery Detection?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Image tampering is common in social media, journalism, legal evidence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Copy-Move forgery is hard to detect because copied regions look identical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Need systems that detect AND localize manipulation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Pure deep learning misses fine-grain copied regions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Traditional SIFT struggles in smooth texture areas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2A7E2-1028-8929-FCCD-D6ADA4B0D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B488-E5C0-1951-940D-BF641C09F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BASE PAPER SUMMARY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FB78-F42E-6595-22C7-2C3835919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Base Paper : </a:t>
            </a: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“An Effective Image Copy-Move Forgery Detection Using Entropy Information” (IEEE, 2024)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Uses entropy images to enhance keypoint extraction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Improves SIFT’s performance in smooth regions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Uses clustering for efficient matching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Inspired the SIFT enhancement stage in my system</a:t>
            </a: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68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DA4-9492-41CE-F50F-8B120829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84FA-7602-F551-0716-824F0B0B4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METHODOLOGY FLOW DIAGRAM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4" name="AutoShape 10" descr="Output image">
            <a:extLst>
              <a:ext uri="{FF2B5EF4-FFF2-40B4-BE49-F238E27FC236}">
                <a16:creationId xmlns:a16="http://schemas.microsoft.com/office/drawing/2014/main" id="{256F99F2-CB05-810B-3A50-6EB8AD745F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07A7C2-6DA4-2C59-150A-E5FFA95C9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0551"/>
            <a:ext cx="12192000" cy="301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89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93E93-3142-601B-1D28-6C35D8D1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E4EB-6040-4907-9C22-4D7CEFE0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RESULTS - CLASSIFICATION METRICS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5BD75F6-51B5-47DD-309B-A317AEEE8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64666" y="1634067"/>
            <a:ext cx="4515480" cy="3667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943504-5E80-841B-E792-C128F1689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38" y="1634067"/>
            <a:ext cx="4445795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94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E90E-08BB-1B5D-E743-1A4B2957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02D7-FEAF-A2CA-68FA-1CF0A101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KEY FINDINGS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0D624-C6AD-A6CF-3D8E-ADCE5076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Hybrid method performs better than CNN-only or SIFT-only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Grad-CAM adds interpretability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Entropy-based SIFT improves keypoint density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Copy-move clustering accurately finds duplicated regions</a:t>
            </a: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307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5E5D-1F3D-6EB4-41B6-6E6BE40A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345AF-B038-2234-AA3F-81085B47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 Light Condensed" panose="020B0502040204020203" pitchFamily="34" charset="0"/>
              </a:rPr>
              <a:t>FUTURE ENHANCEMENTS</a:t>
            </a:r>
            <a:br>
              <a:rPr lang="en-US" dirty="0">
                <a:latin typeface="Bahnschrift Light Condensed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9A2B5-494D-1AFA-D32C-82956AC48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34067"/>
            <a:ext cx="11090274" cy="489373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Integrate Vision Transformers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Add JPEG/artifact analysis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Build real-time video forgery detection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FF"/>
                </a:solidFill>
                <a:latin typeface="Bahnschrift Light Condensed" panose="020B0502040204020203" pitchFamily="34" charset="0"/>
              </a:rPr>
              <a:t>Faster keypoint matching using ANN</a:t>
            </a:r>
            <a:endParaRPr lang="en-US" sz="24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4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3981</TotalTime>
  <Words>189</Words>
  <Application>Microsoft Office PowerPoint</Application>
  <PresentationFormat>Widescreen</PresentationFormat>
  <Paragraphs>34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Light Condensed</vt:lpstr>
      <vt:lpstr>Calibri</vt:lpstr>
      <vt:lpstr>Gill Sans MT</vt:lpstr>
      <vt:lpstr>Walbaum Display</vt:lpstr>
      <vt:lpstr>Wingdings</vt:lpstr>
      <vt:lpstr>3DFloatVTI</vt:lpstr>
      <vt:lpstr>  FORGERY IMAGE DETECTION SYSTEM  TEAM MEMBERS ABRAHAM JUSTIN                   23MIA1027 VENKATARAMAN R                 23MIA1025 SUDARSHAN MANIKANDAN   23MIA1078 </vt:lpstr>
      <vt:lpstr>PROBLEM STATEMENT &amp; MOTIVATION </vt:lpstr>
      <vt:lpstr>BASE PAPER SUMMARY </vt:lpstr>
      <vt:lpstr>METHODOLOGY FLOW DIAGRAM </vt:lpstr>
      <vt:lpstr>RESULTS - CLASSIFICATION METRICS </vt:lpstr>
      <vt:lpstr>KEY FINDINGS </vt:lpstr>
      <vt:lpstr>FUTURE ENHANCEMENTS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Venkat Raman</dc:creator>
  <cp:lastModifiedBy>Vidhyalakshmi J</cp:lastModifiedBy>
  <cp:revision>26</cp:revision>
  <dcterms:created xsi:type="dcterms:W3CDTF">2023-12-19T21:03:45Z</dcterms:created>
  <dcterms:modified xsi:type="dcterms:W3CDTF">2025-11-13T15:33:50Z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